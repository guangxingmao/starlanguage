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image" Target="../media/image-11-5.jpeg"/><Relationship Id="rId6" Type="http://schemas.openxmlformats.org/officeDocument/2006/relationships/image" Target="../media/image-11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888950"/>
            <a:ext cx="1085850" cy="673001"/>
          </a:xfrm>
          <a:prstGeom prst="roundRect">
            <a:avLst>
              <a:gd name="adj" fmla="val 18871"/>
            </a:avLst>
          </a:prstGeom>
          <a:solidFill>
            <a:srgbClr val="FF9F1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87301" y="1130201"/>
            <a:ext cx="7450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00"/>
              </a:spcBef>
              <a:spcAft>
                <a:spcPts val="1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StarKnow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600" y="1790551"/>
            <a:ext cx="607355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星知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09600" y="2774752"/>
            <a:ext cx="607355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buNone/>
            </a:pPr>
            <a:r>
              <a:rPr lang="en-US" sz="2000" b="1" dirty="0">
                <a:solidFill>
                  <a:srgbClr val="FF9F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儿童通识教育 App Demo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3330327"/>
            <a:ext cx="6073554" cy="247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6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70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面向 6-12 岁儿童与家庭共学的知识探索平台，聚焦高质量 UI 与核心功能原型展示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3555950"/>
            <a:ext cx="704850" cy="580727"/>
          </a:xfrm>
          <a:prstGeom prst="roundRect">
            <a:avLst>
              <a:gd name="adj" fmla="val 349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1525" y="3755827"/>
            <a:ext cx="388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学习流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41400" y="3555950"/>
            <a:ext cx="726281" cy="580727"/>
          </a:xfrm>
          <a:prstGeom prst="roundRect">
            <a:avLst>
              <a:gd name="adj" fmla="val 349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603325" y="3755827"/>
            <a:ext cx="41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助手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94632" y="3555950"/>
            <a:ext cx="831800" cy="580727"/>
          </a:xfrm>
          <a:prstGeom prst="roundRect">
            <a:avLst>
              <a:gd name="adj" fmla="val 349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456557" y="3755827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知识擂台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53383" y="3555950"/>
            <a:ext cx="831800" cy="580727"/>
          </a:xfrm>
          <a:prstGeom prst="roundRect">
            <a:avLst>
              <a:gd name="adj" fmla="val 349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415308" y="3755827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兴趣社群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12134" y="3555950"/>
            <a:ext cx="831800" cy="580727"/>
          </a:xfrm>
          <a:prstGeom prst="roundRect">
            <a:avLst>
              <a:gd name="adj" fmla="val 3499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74059" y="3755827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成长体系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9600" y="4530775"/>
            <a:ext cx="17276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5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Web · 本地演示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项目愿景与目标用户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71525"/>
            <a:ext cx="27980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打造儿童通识教育的高品质学习体验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1015901"/>
            <a:ext cx="2743200" cy="1422053"/>
          </a:xfrm>
          <a:prstGeom prst="roundRect">
            <a:avLst>
              <a:gd name="adj" fmla="val 8931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026" y="1330226"/>
            <a:ext cx="2416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愿景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2026" y="1666726"/>
            <a:ext cx="2416123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面向儿童的通识教育 App Demo，强调可视化与高完成度 UI。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015901"/>
            <a:ext cx="2743200" cy="1422053"/>
          </a:xfrm>
          <a:prstGeom prst="roundRect">
            <a:avLst>
              <a:gd name="adj" fmla="val 8931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7626" y="1330226"/>
            <a:ext cx="2416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7626" y="1666726"/>
            <a:ext cx="24161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6-12 岁儿童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（自主学习）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7626" y="1971377"/>
            <a:ext cx="24161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家庭共学</a:t>
            </a:r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（家长陪伴）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96000" y="1015901"/>
            <a:ext cx="2743200" cy="1422053"/>
          </a:xfrm>
          <a:prstGeom prst="roundRect">
            <a:avLst>
              <a:gd name="adj" fmla="val 8931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3226" y="1330226"/>
            <a:ext cx="2416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体验闭环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83226" y="1666726"/>
            <a:ext cx="24161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看内容 → 学知识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83226" y="1971377"/>
            <a:ext cx="2416123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做题 → 成长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99410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信息架构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71525"/>
            <a:ext cx="19941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五大主入口，构建完整体验闭环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8534400" cy="2545705"/>
          </a:xfrm>
          <a:prstGeom prst="roundRect">
            <a:avLst>
              <a:gd name="adj" fmla="val 6984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1270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68226" y="1203275"/>
            <a:ext cx="1499890" cy="1634728"/>
          </a:xfrm>
          <a:prstGeom prst="roundRect">
            <a:avLst>
              <a:gd name="adj" fmla="val 8467"/>
            </a:avLst>
          </a:prstGeom>
          <a:solidFill>
            <a:srgbClr val="F8F9FA"/>
          </a:solidFill>
          <a:ln w="9525">
            <a:solidFill>
              <a:srgbClr val="E9E9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0666" y="1619101"/>
            <a:ext cx="135500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666" y="2092077"/>
            <a:ext cx="13550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666" y="2431703"/>
            <a:ext cx="1355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内容瀑布流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195066" y="1203275"/>
            <a:ext cx="1500039" cy="1634728"/>
          </a:xfrm>
          <a:prstGeom prst="roundRect">
            <a:avLst>
              <a:gd name="adj" fmla="val 8466"/>
            </a:avLst>
          </a:prstGeom>
          <a:solidFill>
            <a:srgbClr val="F8F9FA"/>
          </a:solidFill>
          <a:ln w="9525">
            <a:solidFill>
              <a:srgbClr val="E9E9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67505" y="1619101"/>
            <a:ext cx="13551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67505" y="2092077"/>
            <a:ext cx="1355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67505" y="2431703"/>
            <a:ext cx="1355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话题与互动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22055" y="1203275"/>
            <a:ext cx="1499890" cy="1634728"/>
          </a:xfrm>
          <a:prstGeom prst="roundRect">
            <a:avLst>
              <a:gd name="adj" fmla="val 8467"/>
            </a:avLst>
          </a:prstGeom>
          <a:solidFill>
            <a:srgbClr val="F8F9FA"/>
          </a:solidFill>
          <a:ln w="9525">
            <a:solidFill>
              <a:srgbClr val="E9E9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94496" y="1619101"/>
            <a:ext cx="135500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94496" y="2092077"/>
            <a:ext cx="13550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94496" y="2431703"/>
            <a:ext cx="1355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问答与识图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48895" y="1203275"/>
            <a:ext cx="1500039" cy="1634728"/>
          </a:xfrm>
          <a:prstGeom prst="roundRect">
            <a:avLst>
              <a:gd name="adj" fmla="val 8466"/>
            </a:avLst>
          </a:prstGeom>
          <a:solidFill>
            <a:srgbClr val="F8F9FA"/>
          </a:solidFill>
          <a:ln w="9525">
            <a:solidFill>
              <a:srgbClr val="E9E9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21334" y="1619101"/>
            <a:ext cx="135516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521334" y="2092077"/>
            <a:ext cx="13551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擂台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21334" y="2431703"/>
            <a:ext cx="13551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答题与对战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075884" y="1203275"/>
            <a:ext cx="1499890" cy="1634728"/>
          </a:xfrm>
          <a:prstGeom prst="roundRect">
            <a:avLst>
              <a:gd name="adj" fmla="val 8467"/>
            </a:avLst>
          </a:prstGeom>
          <a:solidFill>
            <a:srgbClr val="F8F9FA"/>
          </a:solidFill>
          <a:ln w="9525">
            <a:solidFill>
              <a:srgbClr val="E9E9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48325" y="1619101"/>
            <a:ext cx="135500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spcAft>
                <a:spcPts val="40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48325" y="2092077"/>
            <a:ext cx="13550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48325" y="2431703"/>
            <a:ext cx="13550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任务与成就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8150" y="3015704"/>
            <a:ext cx="81676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体验闭环：看内容 → 学知识 → 做题 → 成长/成就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213649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71525"/>
            <a:ext cx="2136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可搜索、可筛选的趣味内容瀑布流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搜索与筛选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72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支持关键词搜索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72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按类型、来源、主题筛选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快速定位感兴趣的内容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0100" y="990600"/>
            <a:ext cx="2038499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32025" y="1292126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内容卡片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2025" y="1606451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封面插画 + 标题摘要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2025" y="1874937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来源与类型标识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2025" y="2143423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点击跳转外链详情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5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974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知识结构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74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 - 子主题 - 知识点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74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轻量级分类体系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74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便于内容组织与检索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08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627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内容策略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627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自建图文内容卡片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27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视频通过外链跳转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27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仅作 Demo 展示用途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7091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71525"/>
            <a:ext cx="1709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对话式智能问答与图片识别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对话式入口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72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聊天式交互界面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72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支持文本输入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支持图片上传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0100" y="990600"/>
            <a:ext cx="2038499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32025" y="1292126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文本问答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2025" y="1606451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发送问题获取回复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2025" y="1874937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聊天记录持续展示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2025" y="2143423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自然语言交互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5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974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图片识别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74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拍照或相册选图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74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展示识别结果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74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关联知识点输出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08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627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输出结构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627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识别结果 + 知识点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27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推荐追问问题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27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使用固定示例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42438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知识擂台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71525"/>
            <a:ext cx="14243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趣味答题挑战与排行榜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主题筛选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72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历史/计算机/篮球/动物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72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子分区进一步细分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按兴趣选择擂台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0100" y="990600"/>
            <a:ext cx="2038499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32025" y="1292126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答题机制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2025" y="1606451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秒单题倒计时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2025" y="1874937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速度加分 + 连击加成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2025" y="2143423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超时自动进入下一题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5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974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对战模式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74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局域网在线对战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74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输入 IP 快速匹配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74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实时同步双方进度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08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627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排行榜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627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在线 PK 排行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27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个人积分排行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27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分区榜单详情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28199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兴趣社群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71525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话题讨论与同好互动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已加入社群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72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社群标签展示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72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快捷进入圈子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支持加入新社群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0100" y="990600"/>
            <a:ext cx="2038499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32025" y="1292126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话题与瀑布流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2025" y="1606451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今日热门话题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2025" y="1874937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帖子卡片展示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2025" y="2143423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头像/标题/摘要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5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974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互动功能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74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话题详情与评论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74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发布新话题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74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添加话题图片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08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627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圈子主页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627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圈子话题列表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27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圈子成员信息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27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发布话题入口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7091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成长体系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771525"/>
            <a:ext cx="17091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每日任务、打卡与成就激励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每日提醒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72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今日任务清单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672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打卡进度追踪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672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学习提醒推送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470100" y="990600"/>
            <a:ext cx="2038499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32025" y="1292126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成长统计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2025" y="1606451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学习天数统计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2025" y="1874937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答题正确率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32025" y="2143423"/>
            <a:ext cx="17489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连续学习天数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355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974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成就系统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974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徽章解锁展示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74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成就弹窗动画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974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称号与头衔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800850" y="990600"/>
            <a:ext cx="2038350" cy="1583234"/>
          </a:xfrm>
          <a:prstGeom prst="roundRect">
            <a:avLst>
              <a:gd name="adj" fmla="val 8022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62775" y="1292126"/>
            <a:ext cx="17487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00"/>
              </a:spcBef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个人主页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62775" y="1606451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头像与昵称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62775" y="1874937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学习档案入口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62775" y="2143423"/>
            <a:ext cx="1748790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成就墙展示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55550"/>
            <a:ext cx="21524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06301" y="822275"/>
            <a:ext cx="21524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跨平台开发，本地数据驱动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06301" y="1041350"/>
            <a:ext cx="1968550" cy="1726704"/>
          </a:xfrm>
          <a:prstGeom prst="roundRect">
            <a:avLst>
              <a:gd name="adj" fmla="val 7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3527" y="1355675"/>
            <a:ext cx="1625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核心框架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3527" y="1692176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Flutter (Web 优先)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3527" y="1996827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 语言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3527" y="2301478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跨平台支持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27250" y="1041350"/>
            <a:ext cx="1968550" cy="1726704"/>
          </a:xfrm>
          <a:prstGeom prst="roundRect">
            <a:avLst>
              <a:gd name="adj" fmla="val 7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14476" y="1355675"/>
            <a:ext cx="1625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14476" y="1692176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本地数据驱动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14476" y="1996827"/>
            <a:ext cx="1625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F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assets/data/demo.json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14476" y="2257127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题库与内容配置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48200" y="1041350"/>
            <a:ext cx="1968550" cy="1726704"/>
          </a:xfrm>
          <a:prstGeom prst="roundRect">
            <a:avLst>
              <a:gd name="adj" fmla="val 7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35426" y="1355675"/>
            <a:ext cx="1625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状态管理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5426" y="1679525"/>
            <a:ext cx="1625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F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ValueNotifier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35426" y="1939826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轻量级状态维护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35426" y="2244477"/>
            <a:ext cx="162598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 UI 更新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9150" y="1041350"/>
            <a:ext cx="1968550" cy="1726704"/>
          </a:xfrm>
          <a:prstGeom prst="roundRect">
            <a:avLst>
              <a:gd name="adj" fmla="val 735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956375" y="1355675"/>
            <a:ext cx="16259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依赖包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56375" y="1679525"/>
            <a:ext cx="1625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F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shared_preferences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56375" y="1927175"/>
            <a:ext cx="1625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F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url_launcher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56375" y="2174825"/>
            <a:ext cx="16259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B8F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image_picker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304800"/>
            <a:ext cx="141649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695325"/>
            <a:ext cx="1416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产品迭代规划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04800" y="990600"/>
            <a:ext cx="2743200" cy="2419201"/>
          </a:xfrm>
          <a:prstGeom prst="roundRect">
            <a:avLst>
              <a:gd name="adj" fmla="val 525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026" y="1304925"/>
            <a:ext cx="2416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近期待办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2026" y="1628775"/>
            <a:ext cx="2416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/ P1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92026" y="187642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完善学习流内容素材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2026" y="215071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题库扩充与难度梯度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2026" y="242500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助手接入真实模型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2026" y="2699296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本地对战体验优化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2026" y="2973586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成就系统扩展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0" y="990600"/>
            <a:ext cx="2743200" cy="2419201"/>
          </a:xfrm>
          <a:prstGeom prst="roundRect">
            <a:avLst>
              <a:gd name="adj" fmla="val 525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87626" y="1304925"/>
            <a:ext cx="2416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中期规划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7626" y="1628775"/>
            <a:ext cx="2416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7626" y="187642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社群功能完善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7626" y="215071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家庭共学模式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7626" y="242500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成长档案与知识树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7626" y="2699296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天梯排行与段位制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7626" y="2973586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收藏/点赞功能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096000" y="990600"/>
            <a:ext cx="2743200" cy="2419201"/>
          </a:xfrm>
          <a:prstGeom prst="roundRect">
            <a:avLst>
              <a:gd name="adj" fmla="val 5250"/>
            </a:avLst>
          </a:prstGeom>
          <a:solidFill>
            <a:srgbClr val="FFFFFF"/>
          </a:solidFill>
          <a:ln w="9525">
            <a:solidFill>
              <a:srgbClr val="EEEEEE"/>
            </a:solidFill>
          </a:ln>
          <a:effectLst>
            <a:outerShdw sx="100000" sy="100000" kx="0" ky="0" algn="bl" rotWithShape="0" blurRad="76200" dist="254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83226" y="1304925"/>
            <a:ext cx="241612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远期规划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3226" y="1628775"/>
            <a:ext cx="24161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FF9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83226" y="187642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知识图谱系统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83226" y="215071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多人实时对战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3226" y="2425005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内容创作者接入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3226" y="2699296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后端服务接入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83226" y="2973586"/>
            <a:ext cx="24161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多端发布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53901"/>
            <a:ext cx="1440778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截图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06301" y="669727"/>
            <a:ext cx="14407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界面效果展示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04095" y="736550"/>
            <a:ext cx="965002" cy="2197001"/>
          </a:xfrm>
          <a:prstGeom prst="roundRect">
            <a:avLst>
              <a:gd name="adj" fmla="val 15793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03200" dist="381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Users/xblydxj/Documents/工程/Codex/starknow/pptx/assets/home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845" y="787301"/>
            <a:ext cx="863501" cy="2057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946797" y="736550"/>
            <a:ext cx="965002" cy="2197001"/>
          </a:xfrm>
          <a:prstGeom prst="roundRect">
            <a:avLst>
              <a:gd name="adj" fmla="val 15793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03200" dist="381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1" descr="/Users/xblydxj/Documents/工程/Codex/starknow/pptx/assets/learning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7547" y="787301"/>
            <a:ext cx="863501" cy="2057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89499" y="736550"/>
            <a:ext cx="965002" cy="2197001"/>
          </a:xfrm>
          <a:prstGeom prst="roundRect">
            <a:avLst>
              <a:gd name="adj" fmla="val 15793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03200" dist="381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2" descr="/Users/xblydxj/Documents/工程/Codex/starknow/pptx/assets/assistant.jpe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0250" y="787301"/>
            <a:ext cx="863501" cy="2057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32202" y="736550"/>
            <a:ext cx="965002" cy="2197001"/>
          </a:xfrm>
          <a:prstGeom prst="roundRect">
            <a:avLst>
              <a:gd name="adj" fmla="val 15793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03200" dist="381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1" name="Image 3" descr="/Users/xblydxj/Documents/工程/Codex/starknow/pptx/assets/arena.jpe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952" y="787301"/>
            <a:ext cx="863501" cy="20574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74904" y="736550"/>
            <a:ext cx="965002" cy="2197001"/>
          </a:xfrm>
          <a:prstGeom prst="roundRect">
            <a:avLst>
              <a:gd name="adj" fmla="val 15793"/>
            </a:avLst>
          </a:prstGeom>
          <a:solidFill>
            <a:srgbClr val="222222"/>
          </a:solidFill>
          <a:ln/>
          <a:effectLst>
            <a:outerShdw sx="100000" sy="100000" kx="0" ky="0" algn="bl" rotWithShape="0" blurRad="203200" dist="38100" dir="5400000">
              <a:srgbClr val="0000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4" descr="/Users/xblydxj/Documents/工程/Codex/starknow/pptx/assets/community.jpe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654" y="787301"/>
            <a:ext cx="863501" cy="20574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793997" y="4613374"/>
            <a:ext cx="984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成长/首页</a:t>
            </a:r>
            <a:endParaRPr lang="en-US" sz="900" dirty="0"/>
          </a:p>
        </p:txBody>
      </p:sp>
      <p:sp>
        <p:nvSpPr>
          <p:cNvPr id="15" name="Text 8"/>
          <p:cNvSpPr/>
          <p:nvPr/>
        </p:nvSpPr>
        <p:spPr>
          <a:xfrm>
            <a:off x="2936848" y="4613374"/>
            <a:ext cx="984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学习流</a:t>
            </a:r>
            <a:endParaRPr lang="en-US" sz="900" dirty="0"/>
          </a:p>
        </p:txBody>
      </p:sp>
      <p:sp>
        <p:nvSpPr>
          <p:cNvPr id="16" name="Text 9"/>
          <p:cNvSpPr/>
          <p:nvPr/>
        </p:nvSpPr>
        <p:spPr>
          <a:xfrm>
            <a:off x="4079699" y="4613374"/>
            <a:ext cx="984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助手</a:t>
            </a:r>
            <a:endParaRPr lang="en-US" sz="900" dirty="0"/>
          </a:p>
        </p:txBody>
      </p:sp>
      <p:sp>
        <p:nvSpPr>
          <p:cNvPr id="17" name="Text 10"/>
          <p:cNvSpPr/>
          <p:nvPr/>
        </p:nvSpPr>
        <p:spPr>
          <a:xfrm>
            <a:off x="5222550" y="4613374"/>
            <a:ext cx="984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知识擂台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6365401" y="4613374"/>
            <a:ext cx="9844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兴趣社群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星知 StarKnow 项目介绍</dc:title>
  <dc:subject>PptxGenJS Presentation</dc:subject>
  <dc:creator>StarKnow</dc:creator>
  <cp:lastModifiedBy>StarKnow</cp:lastModifiedBy>
  <cp:revision>1</cp:revision>
  <dcterms:created xsi:type="dcterms:W3CDTF">2026-01-24T16:07:33Z</dcterms:created>
  <dcterms:modified xsi:type="dcterms:W3CDTF">2026-01-24T16:07:33Z</dcterms:modified>
</cp:coreProperties>
</file>